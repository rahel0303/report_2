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p/ABC123/" TargetMode="External"/><Relationship Id="rId2" Type="http://schemas.openxmlformats.org/officeDocument/2006/relationships/hyperlink" Target="https://www.instagram.com/p/ABC123/" TargetMode="External"/><Relationship Id="rId3" Type="http://schemas.openxmlformats.org/officeDocument/2006/relationships/hyperlink" Target="https://www.instagram.com/p/DEF456/" TargetMode="External"/><Relationship Id="rId4" Type="http://schemas.openxmlformats.org/officeDocument/2006/relationships/hyperlink" Target="https://www.instagram.com/p/DEF456/" TargetMode="External"/><Relationship Id="rId5" Type="http://schemas.openxmlformats.org/officeDocument/2006/relationships/hyperlink" Target="https://www.instagram.com/p/GHI789/" TargetMode="External"/><Relationship Id="rId6" Type="http://schemas.openxmlformats.org/officeDocument/2006/relationships/hyperlink" Target="https://www.instagram.com/p/GHI789/" TargetMode="External"/><Relationship Id="rId7" Type="http://schemas.openxmlformats.org/officeDocument/2006/relationships/hyperlink" Target="https://www.instagram.com/p/JKL012/" TargetMode="External"/><Relationship Id="rId8" Type="http://schemas.openxmlformats.org/officeDocument/2006/relationships/hyperlink" Target="https://www.instagram.com/p/JKL012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161288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Shape 1">
            <a:hlinkClick r:id="rId1" tooltip=""/>
          </p:cNvPr>
          <p:cNvSpPr/>
          <p:nvPr/>
        </p:nvSpPr>
        <p:spPr>
          <a:xfrm>
            <a:off x="274320" y="1161288"/>
            <a:ext cx="1554480" cy="109362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197864"/>
            <a:ext cx="310896" cy="155448"/>
          </a:xfrm>
          <a:prstGeom prst="roundRect">
            <a:avLst/>
          </a:prstGeom>
          <a:solidFill>
            <a:srgbClr val="16A34A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292608" y="22731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1051560" y="22731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292608" y="24750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450" dirty="0"/>
          </a:p>
        </p:txBody>
      </p:sp>
      <p:sp>
        <p:nvSpPr>
          <p:cNvPr id="8" name="Text 6"/>
          <p:cNvSpPr/>
          <p:nvPr/>
        </p:nvSpPr>
        <p:spPr>
          <a:xfrm>
            <a:off x="1051560" y="24750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184.7K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292608" y="26769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450" dirty="0"/>
          </a:p>
        </p:txBody>
      </p:sp>
      <p:sp>
        <p:nvSpPr>
          <p:cNvPr id="10" name="Text 8"/>
          <p:cNvSpPr/>
          <p:nvPr/>
        </p:nvSpPr>
        <p:spPr>
          <a:xfrm>
            <a:off x="1051560" y="26769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4.7K</a:t>
            </a:r>
            <a:endParaRPr lang="en-US" sz="500" dirty="0"/>
          </a:p>
        </p:txBody>
      </p:sp>
      <p:sp>
        <p:nvSpPr>
          <p:cNvPr id="11" name="Text 9"/>
          <p:cNvSpPr/>
          <p:nvPr/>
        </p:nvSpPr>
        <p:spPr>
          <a:xfrm>
            <a:off x="292608" y="28788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1051560" y="28788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3.00%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292608" y="3080796"/>
            <a:ext cx="621792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896112" y="3080796"/>
            <a:ext cx="901598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1865376" y="1161288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>
            <a:hlinkClick r:id="rId3" tooltip=""/>
          </p:cNvPr>
          <p:cNvSpPr/>
          <p:nvPr/>
        </p:nvSpPr>
        <p:spPr>
          <a:xfrm>
            <a:off x="1865376" y="1161288"/>
            <a:ext cx="1554480" cy="109362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1197864"/>
            <a:ext cx="310896" cy="155448"/>
          </a:xfrm>
          <a:prstGeom prst="roundRect">
            <a:avLst/>
          </a:prstGeom>
          <a:solidFill>
            <a:srgbClr val="16A34A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883664" y="22731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2642616" y="22731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1883664" y="24750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2642616" y="24750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59.8K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1883664" y="26769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2642616" y="26769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2.9K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1883664" y="28788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450" dirty="0"/>
          </a:p>
        </p:txBody>
      </p:sp>
      <p:sp>
        <p:nvSpPr>
          <p:cNvPr id="25" name="Text 23"/>
          <p:cNvSpPr/>
          <p:nvPr/>
        </p:nvSpPr>
        <p:spPr>
          <a:xfrm>
            <a:off x="2642616" y="28788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5.00%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1883664" y="3080796"/>
            <a:ext cx="621792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2487168" y="3080796"/>
            <a:ext cx="901598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3456432" y="1161288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56432" y="1161288"/>
            <a:ext cx="1554480" cy="109362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1197864"/>
            <a:ext cx="310896" cy="155448"/>
          </a:xfrm>
          <a:prstGeom prst="roundRect">
            <a:avLst/>
          </a:prstGeom>
          <a:solidFill>
            <a:srgbClr val="16A34A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474720" y="22731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</a:t>
            </a:r>
            <a:endParaRPr lang="en-US" sz="450" dirty="0"/>
          </a:p>
        </p:txBody>
      </p:sp>
      <p:sp>
        <p:nvSpPr>
          <p:cNvPr id="32" name="Text 30"/>
          <p:cNvSpPr/>
          <p:nvPr/>
        </p:nvSpPr>
        <p:spPr>
          <a:xfrm>
            <a:off x="4233672" y="22731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474720" y="24750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450" dirty="0"/>
          </a:p>
        </p:txBody>
      </p:sp>
      <p:sp>
        <p:nvSpPr>
          <p:cNvPr id="34" name="Text 32"/>
          <p:cNvSpPr/>
          <p:nvPr/>
        </p:nvSpPr>
        <p:spPr>
          <a:xfrm>
            <a:off x="4233672" y="24750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342.6K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3474720" y="26769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450" dirty="0"/>
          </a:p>
        </p:txBody>
      </p:sp>
      <p:sp>
        <p:nvSpPr>
          <p:cNvPr id="36" name="Text 34"/>
          <p:cNvSpPr/>
          <p:nvPr/>
        </p:nvSpPr>
        <p:spPr>
          <a:xfrm>
            <a:off x="4233672" y="26769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2.6K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3474720" y="28788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4233672" y="28788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1.00%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3474720" y="3080796"/>
            <a:ext cx="621792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450" dirty="0"/>
          </a:p>
        </p:txBody>
      </p:sp>
      <p:sp>
        <p:nvSpPr>
          <p:cNvPr id="40" name="Text 38"/>
          <p:cNvSpPr/>
          <p:nvPr/>
        </p:nvSpPr>
        <p:spPr>
          <a:xfrm>
            <a:off x="4078224" y="3080796"/>
            <a:ext cx="901598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5047488" y="1161288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>
            <a:hlinkClick r:id="rId5" tooltip=""/>
          </p:cNvPr>
          <p:cNvSpPr/>
          <p:nvPr/>
        </p:nvSpPr>
        <p:spPr>
          <a:xfrm>
            <a:off x="5047488" y="1161288"/>
            <a:ext cx="1554480" cy="109362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5084064" y="1197864"/>
            <a:ext cx="310896" cy="155448"/>
          </a:xfrm>
          <a:prstGeom prst="roundRect">
            <a:avLst/>
          </a:prstGeom>
          <a:solidFill>
            <a:srgbClr val="16A34A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065776" y="22731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</a:t>
            </a:r>
            <a:endParaRPr lang="en-US" sz="450" dirty="0"/>
          </a:p>
        </p:txBody>
      </p:sp>
      <p:sp>
        <p:nvSpPr>
          <p:cNvPr id="45" name="Text 43"/>
          <p:cNvSpPr/>
          <p:nvPr/>
        </p:nvSpPr>
        <p:spPr>
          <a:xfrm>
            <a:off x="5824728" y="22731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5065776" y="24750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5824728" y="24750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47.1K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5065776" y="26769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450" dirty="0"/>
          </a:p>
        </p:txBody>
      </p:sp>
      <p:sp>
        <p:nvSpPr>
          <p:cNvPr id="49" name="Text 47"/>
          <p:cNvSpPr/>
          <p:nvPr/>
        </p:nvSpPr>
        <p:spPr>
          <a:xfrm>
            <a:off x="5824728" y="26769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2.6K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5065776" y="28788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450" dirty="0"/>
          </a:p>
        </p:txBody>
      </p:sp>
      <p:sp>
        <p:nvSpPr>
          <p:cNvPr id="51" name="Text 49"/>
          <p:cNvSpPr/>
          <p:nvPr/>
        </p:nvSpPr>
        <p:spPr>
          <a:xfrm>
            <a:off x="5824728" y="28788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6.00%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5065776" y="3080796"/>
            <a:ext cx="621792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5669280" y="3080796"/>
            <a:ext cx="901598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6638544" y="1161288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>
            <a:hlinkClick r:id="rId7" tooltip=""/>
          </p:cNvPr>
          <p:cNvSpPr/>
          <p:nvPr/>
        </p:nvSpPr>
        <p:spPr>
          <a:xfrm>
            <a:off x="6638544" y="1161288"/>
            <a:ext cx="1554480" cy="109362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6675120" y="1197864"/>
            <a:ext cx="310896" cy="155448"/>
          </a:xfrm>
          <a:prstGeom prst="roundRect">
            <a:avLst/>
          </a:prstGeom>
          <a:solidFill>
            <a:srgbClr val="16A34A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6656832" y="22731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</a:t>
            </a:r>
            <a:endParaRPr lang="en-US" sz="450" dirty="0"/>
          </a:p>
        </p:txBody>
      </p:sp>
      <p:sp>
        <p:nvSpPr>
          <p:cNvPr id="58" name="Text 56"/>
          <p:cNvSpPr/>
          <p:nvPr/>
        </p:nvSpPr>
        <p:spPr>
          <a:xfrm>
            <a:off x="7415784" y="22731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6656832" y="2475098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450" dirty="0"/>
          </a:p>
        </p:txBody>
      </p:sp>
      <p:sp>
        <p:nvSpPr>
          <p:cNvPr id="60" name="Text 58"/>
          <p:cNvSpPr/>
          <p:nvPr/>
        </p:nvSpPr>
        <p:spPr>
          <a:xfrm>
            <a:off x="7415784" y="2475098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55.6K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6656832" y="26769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7415784" y="26769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2.5K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6656832" y="2878897"/>
            <a:ext cx="77724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450" dirty="0"/>
          </a:p>
        </p:txBody>
      </p:sp>
      <p:sp>
        <p:nvSpPr>
          <p:cNvPr id="64" name="Text 62"/>
          <p:cNvSpPr/>
          <p:nvPr/>
        </p:nvSpPr>
        <p:spPr>
          <a:xfrm>
            <a:off x="7415784" y="2878897"/>
            <a:ext cx="746150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6656832" y="3080796"/>
            <a:ext cx="621792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450" dirty="0"/>
          </a:p>
        </p:txBody>
      </p:sp>
      <p:sp>
        <p:nvSpPr>
          <p:cNvPr id="66" name="Text 64"/>
          <p:cNvSpPr/>
          <p:nvPr/>
        </p:nvSpPr>
        <p:spPr>
          <a:xfrm>
            <a:off x="7260336" y="3080796"/>
            <a:ext cx="901598" cy="201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00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2026-03-03T10:53:53Z</dcterms:created>
  <dcterms:modified xsi:type="dcterms:W3CDTF">2026-03-03T10:53:53Z</dcterms:modified>
</cp:coreProperties>
</file>