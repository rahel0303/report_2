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stagram.com/p/test12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hlinkClick r:id="rId1" tooltip=""/>
          </p:cNvPr>
          <p:cNvSpPr/>
          <p:nvPr/>
        </p:nvSpPr>
        <p:spPr>
          <a:xfrm>
            <a:off x="914400" y="914400"/>
            <a:ext cx="2743200" cy="1371600"/>
          </a:xfrm>
          <a:prstGeom prst="rect">
            <a:avLst/>
          </a:prstGeom>
          <a:solidFill>
            <a:srgbClr val="E2E8F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2026-03-03T10:47:37Z</dcterms:created>
  <dcterms:modified xsi:type="dcterms:W3CDTF">2026-03-03T10:47:37Z</dcterms:modified>
</cp:coreProperties>
</file>