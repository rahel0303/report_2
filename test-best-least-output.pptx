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FF5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" cy="5143500"/>
          </a:xfrm>
          <a:prstGeom prst="rect">
            <a:avLst/>
          </a:prstGeom>
          <a:solidFill>
            <a:srgbClr val="EFF5FE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0"/>
            <a:ext cx="475488" cy="5143500"/>
          </a:xfrm>
          <a:prstGeom prst="rect">
            <a:avLst/>
          </a:prstGeom>
          <a:solidFill>
            <a:srgbClr val="EFF6FD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0"/>
            <a:ext cx="475488" cy="5143500"/>
          </a:xfrm>
          <a:prstGeom prst="rect">
            <a:avLst/>
          </a:prstGeom>
          <a:solidFill>
            <a:srgbClr val="EFF6FD"/>
          </a:solidFill>
          <a:ln/>
        </p:spPr>
      </p:sp>
      <p:sp>
        <p:nvSpPr>
          <p:cNvPr id="5" name="Shape 3"/>
          <p:cNvSpPr/>
          <p:nvPr/>
        </p:nvSpPr>
        <p:spPr>
          <a:xfrm>
            <a:off x="1371600" y="0"/>
            <a:ext cx="475488" cy="5143500"/>
          </a:xfrm>
          <a:prstGeom prst="rect">
            <a:avLst/>
          </a:prstGeom>
          <a:solidFill>
            <a:srgbClr val="F0F7FC"/>
          </a:solidFill>
          <a:ln/>
        </p:spPr>
      </p:sp>
      <p:sp>
        <p:nvSpPr>
          <p:cNvPr id="6" name="Shape 4"/>
          <p:cNvSpPr/>
          <p:nvPr/>
        </p:nvSpPr>
        <p:spPr>
          <a:xfrm>
            <a:off x="1828800" y="0"/>
            <a:ext cx="475488" cy="5143500"/>
          </a:xfrm>
          <a:prstGeom prst="rect">
            <a:avLst/>
          </a:prstGeom>
          <a:solidFill>
            <a:srgbClr val="F0F8FB"/>
          </a:solidFill>
          <a:ln/>
        </p:spPr>
      </p:sp>
      <p:sp>
        <p:nvSpPr>
          <p:cNvPr id="7" name="Shape 5"/>
          <p:cNvSpPr/>
          <p:nvPr/>
        </p:nvSpPr>
        <p:spPr>
          <a:xfrm>
            <a:off x="2286000" y="0"/>
            <a:ext cx="475488" cy="5143500"/>
          </a:xfrm>
          <a:prstGeom prst="rect">
            <a:avLst/>
          </a:prstGeom>
          <a:solidFill>
            <a:srgbClr val="F0F8FA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0" y="0"/>
            <a:ext cx="475488" cy="5143500"/>
          </a:xfrm>
          <a:prstGeom prst="rect">
            <a:avLst/>
          </a:prstGeom>
          <a:solidFill>
            <a:srgbClr val="F0F9FA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0" y="0"/>
            <a:ext cx="475488" cy="5143500"/>
          </a:xfrm>
          <a:prstGeom prst="rect">
            <a:avLst/>
          </a:prstGeom>
          <a:solidFill>
            <a:srgbClr val="F0F9F9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0" y="0"/>
            <a:ext cx="475488" cy="5143500"/>
          </a:xfrm>
          <a:prstGeom prst="rect">
            <a:avLst/>
          </a:prstGeom>
          <a:solidFill>
            <a:srgbClr val="F1FAF8"/>
          </a:solidFill>
          <a:ln/>
        </p:spPr>
      </p:sp>
      <p:sp>
        <p:nvSpPr>
          <p:cNvPr id="11" name="Shape 9"/>
          <p:cNvSpPr/>
          <p:nvPr/>
        </p:nvSpPr>
        <p:spPr>
          <a:xfrm>
            <a:off x="4114800" y="0"/>
            <a:ext cx="475488" cy="5143500"/>
          </a:xfrm>
          <a:prstGeom prst="rect">
            <a:avLst/>
          </a:prstGeom>
          <a:solidFill>
            <a:srgbClr val="F1FBF7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0" y="0"/>
            <a:ext cx="475488" cy="5143500"/>
          </a:xfrm>
          <a:prstGeom prst="rect">
            <a:avLst/>
          </a:prstGeom>
          <a:solidFill>
            <a:srgbClr val="F2FBF7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0" y="0"/>
            <a:ext cx="475488" cy="5143500"/>
          </a:xfrm>
          <a:prstGeom prst="rect">
            <a:avLst/>
          </a:prstGeom>
          <a:solidFill>
            <a:srgbClr val="F3FAF7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0" y="0"/>
            <a:ext cx="475488" cy="5143500"/>
          </a:xfrm>
          <a:prstGeom prst="rect">
            <a:avLst/>
          </a:prstGeom>
          <a:solidFill>
            <a:srgbClr val="F4FAF8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3600" y="0"/>
            <a:ext cx="475488" cy="5143500"/>
          </a:xfrm>
          <a:prstGeom prst="rect">
            <a:avLst/>
          </a:prstGeom>
          <a:solidFill>
            <a:srgbClr val="F6F9F8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0" y="0"/>
            <a:ext cx="475488" cy="5143500"/>
          </a:xfrm>
          <a:prstGeom prst="rect">
            <a:avLst/>
          </a:prstGeom>
          <a:solidFill>
            <a:srgbClr val="F7F9F8"/>
          </a:solidFill>
          <a:ln/>
        </p:spPr>
      </p:sp>
      <p:sp>
        <p:nvSpPr>
          <p:cNvPr id="17" name="Shape 15"/>
          <p:cNvSpPr/>
          <p:nvPr/>
        </p:nvSpPr>
        <p:spPr>
          <a:xfrm>
            <a:off x="6858000" y="0"/>
            <a:ext cx="475488" cy="5143500"/>
          </a:xfrm>
          <a:prstGeom prst="rect">
            <a:avLst/>
          </a:prstGeom>
          <a:solidFill>
            <a:srgbClr val="F9F8F9"/>
          </a:solidFill>
          <a:ln/>
        </p:spPr>
      </p:sp>
      <p:sp>
        <p:nvSpPr>
          <p:cNvPr id="18" name="Shape 16"/>
          <p:cNvSpPr/>
          <p:nvPr/>
        </p:nvSpPr>
        <p:spPr>
          <a:xfrm>
            <a:off x="7315200" y="0"/>
            <a:ext cx="475488" cy="5143500"/>
          </a:xfrm>
          <a:prstGeom prst="rect">
            <a:avLst/>
          </a:prstGeom>
          <a:solidFill>
            <a:srgbClr val="FAF8F9"/>
          </a:solidFill>
          <a:ln/>
        </p:spPr>
      </p:sp>
      <p:sp>
        <p:nvSpPr>
          <p:cNvPr id="19" name="Shape 17"/>
          <p:cNvSpPr/>
          <p:nvPr/>
        </p:nvSpPr>
        <p:spPr>
          <a:xfrm>
            <a:off x="7772400" y="0"/>
            <a:ext cx="475488" cy="5143500"/>
          </a:xfrm>
          <a:prstGeom prst="rect">
            <a:avLst/>
          </a:prstGeom>
          <a:solidFill>
            <a:srgbClr val="FBF7F9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0" y="0"/>
            <a:ext cx="475488" cy="5143500"/>
          </a:xfrm>
          <a:prstGeom prst="rect">
            <a:avLst/>
          </a:prstGeom>
          <a:solidFill>
            <a:srgbClr val="FDF7FA"/>
          </a:solidFill>
          <a:ln/>
        </p:spPr>
      </p:sp>
      <p:sp>
        <p:nvSpPr>
          <p:cNvPr id="21" name="Shape 19"/>
          <p:cNvSpPr/>
          <p:nvPr/>
        </p:nvSpPr>
        <p:spPr>
          <a:xfrm>
            <a:off x="8686800" y="0"/>
            <a:ext cx="475488" cy="5143500"/>
          </a:xfrm>
          <a:prstGeom prst="rect">
            <a:avLst/>
          </a:prstGeom>
          <a:solidFill>
            <a:srgbClr val="FEF6FA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3" name="Shape 21"/>
          <p:cNvSpPr/>
          <p:nvPr/>
        </p:nvSpPr>
        <p:spPr>
          <a:xfrm>
            <a:off x="7772400" y="-548640"/>
            <a:ext cx="1828800" cy="1828800"/>
          </a:xfrm>
          <a:prstGeom prst="ellipse">
            <a:avLst/>
          </a:prstGeom>
          <a:solidFill>
            <a:srgbClr val="3B82F6">
              <a:alpha val="1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-365760" y="3840480"/>
            <a:ext cx="1463040" cy="1463040"/>
          </a:xfrm>
          <a:prstGeom prst="ellipse">
            <a:avLst/>
          </a:prstGeom>
          <a:solidFill>
            <a:srgbClr val="10B981">
              <a:alpha val="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74320" y="274320"/>
            <a:ext cx="85953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3B82F6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274320"/>
            <a:ext cx="36576" cy="502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7" name="Shape 25"/>
          <p:cNvSpPr/>
          <p:nvPr/>
        </p:nvSpPr>
        <p:spPr>
          <a:xfrm>
            <a:off x="8321040" y="91440"/>
            <a:ext cx="731520" cy="731520"/>
          </a:xfrm>
          <a:prstGeom prst="ellipse">
            <a:avLst/>
          </a:prstGeom>
          <a:solidFill>
            <a:srgbClr val="3B82F6">
              <a:alpha val="1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301752"/>
            <a:ext cx="74980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BNI — Instagram Best &amp; Least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412480" y="365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130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IG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850392"/>
            <a:ext cx="4206240" cy="274320"/>
          </a:xfrm>
          <a:prstGeom prst="roundRect">
            <a:avLst>
              <a:gd name="adj" fmla="val 20000"/>
            </a:avLst>
          </a:prstGeom>
          <a:solidFill>
            <a:srgbClr val="16A34A">
              <a:alpha val="10000"/>
            </a:srgbClr>
          </a:solidFill>
          <a:ln w="9525">
            <a:solidFill>
              <a:srgbClr val="16A34A">
                <a:alpha val="3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" y="850392"/>
            <a:ext cx="3877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5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4320" y="1197864"/>
            <a:ext cx="811987" cy="210312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74320" y="1197864"/>
            <a:ext cx="811987" cy="121981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4" name="Text 32"/>
          <p:cNvSpPr/>
          <p:nvPr/>
        </p:nvSpPr>
        <p:spPr>
          <a:xfrm>
            <a:off x="274320" y="1624797"/>
            <a:ext cx="811987" cy="3659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🖼️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10896" y="1234440"/>
            <a:ext cx="201168" cy="128016"/>
          </a:xfrm>
          <a:prstGeom prst="roundRect">
            <a:avLst>
              <a:gd name="adj" fmla="val 35714"/>
            </a:avLst>
          </a:prstGeom>
          <a:solidFill>
            <a:srgbClr val="16A34A"/>
          </a:solidFill>
          <a:ln/>
        </p:spPr>
      </p:sp>
      <p:sp>
        <p:nvSpPr>
          <p:cNvPr id="36" name="Text 34"/>
          <p:cNvSpPr/>
          <p:nvPr/>
        </p:nvSpPr>
        <p:spPr>
          <a:xfrm>
            <a:off x="310896" y="1234440"/>
            <a:ext cx="201168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#1</a:t>
            </a:r>
            <a:endParaRPr lang="en-US" sz="500" dirty="0"/>
          </a:p>
        </p:txBody>
      </p:sp>
      <p:sp>
        <p:nvSpPr>
          <p:cNvPr id="37" name="Text 35"/>
          <p:cNvSpPr/>
          <p:nvPr/>
        </p:nvSpPr>
        <p:spPr>
          <a:xfrm>
            <a:off x="301752" y="2454250"/>
            <a:ext cx="422233" cy="1962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Followers</a:t>
            </a:r>
            <a:endParaRPr lang="en-US" sz="500" dirty="0"/>
          </a:p>
        </p:txBody>
      </p:sp>
      <p:sp>
        <p:nvSpPr>
          <p:cNvPr id="38" name="Text 36"/>
          <p:cNvSpPr/>
          <p:nvPr/>
        </p:nvSpPr>
        <p:spPr>
          <a:xfrm>
            <a:off x="696553" y="2454250"/>
            <a:ext cx="357274" cy="1962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2.1K</a:t>
            </a:r>
            <a:endParaRPr lang="en-US" sz="550" dirty="0"/>
          </a:p>
        </p:txBody>
      </p:sp>
      <p:sp>
        <p:nvSpPr>
          <p:cNvPr id="39" name="Text 37"/>
          <p:cNvSpPr/>
          <p:nvPr/>
        </p:nvSpPr>
        <p:spPr>
          <a:xfrm>
            <a:off x="301752" y="2650541"/>
            <a:ext cx="422233" cy="1962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Reach</a:t>
            </a:r>
            <a:endParaRPr lang="en-US" sz="500" dirty="0"/>
          </a:p>
        </p:txBody>
      </p:sp>
      <p:sp>
        <p:nvSpPr>
          <p:cNvPr id="40" name="Text 38"/>
          <p:cNvSpPr/>
          <p:nvPr/>
        </p:nvSpPr>
        <p:spPr>
          <a:xfrm>
            <a:off x="696553" y="2650541"/>
            <a:ext cx="357274" cy="1962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184.7K</a:t>
            </a:r>
            <a:endParaRPr lang="en-US" sz="550" dirty="0"/>
          </a:p>
        </p:txBody>
      </p:sp>
      <p:sp>
        <p:nvSpPr>
          <p:cNvPr id="41" name="Text 39"/>
          <p:cNvSpPr/>
          <p:nvPr/>
        </p:nvSpPr>
        <p:spPr>
          <a:xfrm>
            <a:off x="301752" y="2846832"/>
            <a:ext cx="422233" cy="1962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</a:t>
            </a:r>
            <a:endParaRPr lang="en-US" sz="500" dirty="0"/>
          </a:p>
        </p:txBody>
      </p:sp>
      <p:sp>
        <p:nvSpPr>
          <p:cNvPr id="42" name="Text 40"/>
          <p:cNvSpPr/>
          <p:nvPr/>
        </p:nvSpPr>
        <p:spPr>
          <a:xfrm>
            <a:off x="696553" y="2846832"/>
            <a:ext cx="357274" cy="1962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4.7K</a:t>
            </a:r>
            <a:endParaRPr lang="en-US" sz="550" dirty="0"/>
          </a:p>
        </p:txBody>
      </p:sp>
      <p:sp>
        <p:nvSpPr>
          <p:cNvPr id="43" name="Text 41"/>
          <p:cNvSpPr/>
          <p:nvPr/>
        </p:nvSpPr>
        <p:spPr>
          <a:xfrm>
            <a:off x="301752" y="3043123"/>
            <a:ext cx="422233" cy="1962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</a:t>
            </a:r>
            <a:endParaRPr lang="en-US" sz="500" dirty="0"/>
          </a:p>
        </p:txBody>
      </p:sp>
      <p:sp>
        <p:nvSpPr>
          <p:cNvPr id="44" name="Text 42"/>
          <p:cNvSpPr/>
          <p:nvPr/>
        </p:nvSpPr>
        <p:spPr>
          <a:xfrm>
            <a:off x="696553" y="3043123"/>
            <a:ext cx="357274" cy="1962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50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3.00%</a:t>
            </a:r>
            <a:endParaRPr lang="en-US" sz="550" dirty="0"/>
          </a:p>
        </p:txBody>
      </p:sp>
      <p:sp>
        <p:nvSpPr>
          <p:cNvPr id="45" name="Shape 43"/>
          <p:cNvSpPr/>
          <p:nvPr/>
        </p:nvSpPr>
        <p:spPr>
          <a:xfrm>
            <a:off x="1122883" y="1197864"/>
            <a:ext cx="811987" cy="210312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1122883" y="1197864"/>
            <a:ext cx="811987" cy="121981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7" name="Text 45"/>
          <p:cNvSpPr/>
          <p:nvPr/>
        </p:nvSpPr>
        <p:spPr>
          <a:xfrm>
            <a:off x="1122883" y="1624797"/>
            <a:ext cx="811987" cy="3659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🖼️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1159459" y="1234440"/>
            <a:ext cx="201168" cy="128016"/>
          </a:xfrm>
          <a:prstGeom prst="roundRect">
            <a:avLst>
              <a:gd name="adj" fmla="val 35714"/>
            </a:avLst>
          </a:prstGeom>
          <a:solidFill>
            <a:srgbClr val="16A34A"/>
          </a:solidFill>
          <a:ln/>
        </p:spPr>
      </p:sp>
      <p:sp>
        <p:nvSpPr>
          <p:cNvPr id="49" name="Text 47"/>
          <p:cNvSpPr/>
          <p:nvPr/>
        </p:nvSpPr>
        <p:spPr>
          <a:xfrm>
            <a:off x="1159459" y="1234440"/>
            <a:ext cx="201168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#2</a:t>
            </a:r>
            <a:endParaRPr lang="en-US" sz="500" dirty="0"/>
          </a:p>
        </p:txBody>
      </p:sp>
      <p:sp>
        <p:nvSpPr>
          <p:cNvPr id="50" name="Text 48"/>
          <p:cNvSpPr/>
          <p:nvPr/>
        </p:nvSpPr>
        <p:spPr>
          <a:xfrm>
            <a:off x="1150315" y="2454250"/>
            <a:ext cx="422233" cy="1962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Followers</a:t>
            </a:r>
            <a:endParaRPr lang="en-US" sz="500" dirty="0"/>
          </a:p>
        </p:txBody>
      </p:sp>
      <p:sp>
        <p:nvSpPr>
          <p:cNvPr id="51" name="Text 49"/>
          <p:cNvSpPr/>
          <p:nvPr/>
        </p:nvSpPr>
        <p:spPr>
          <a:xfrm>
            <a:off x="1545117" y="2454250"/>
            <a:ext cx="357274" cy="1962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550" dirty="0"/>
          </a:p>
        </p:txBody>
      </p:sp>
      <p:sp>
        <p:nvSpPr>
          <p:cNvPr id="52" name="Text 50"/>
          <p:cNvSpPr/>
          <p:nvPr/>
        </p:nvSpPr>
        <p:spPr>
          <a:xfrm>
            <a:off x="1150315" y="2650541"/>
            <a:ext cx="422233" cy="1962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Reach</a:t>
            </a:r>
            <a:endParaRPr lang="en-US" sz="500" dirty="0"/>
          </a:p>
        </p:txBody>
      </p:sp>
      <p:sp>
        <p:nvSpPr>
          <p:cNvPr id="53" name="Text 51"/>
          <p:cNvSpPr/>
          <p:nvPr/>
        </p:nvSpPr>
        <p:spPr>
          <a:xfrm>
            <a:off x="1545117" y="2650541"/>
            <a:ext cx="357274" cy="1962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59.8K</a:t>
            </a:r>
            <a:endParaRPr lang="en-US" sz="550" dirty="0"/>
          </a:p>
        </p:txBody>
      </p:sp>
      <p:sp>
        <p:nvSpPr>
          <p:cNvPr id="54" name="Text 52"/>
          <p:cNvSpPr/>
          <p:nvPr/>
        </p:nvSpPr>
        <p:spPr>
          <a:xfrm>
            <a:off x="1150315" y="2846832"/>
            <a:ext cx="422233" cy="1962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</a:t>
            </a:r>
            <a:endParaRPr lang="en-US" sz="500" dirty="0"/>
          </a:p>
        </p:txBody>
      </p:sp>
      <p:sp>
        <p:nvSpPr>
          <p:cNvPr id="55" name="Text 53"/>
          <p:cNvSpPr/>
          <p:nvPr/>
        </p:nvSpPr>
        <p:spPr>
          <a:xfrm>
            <a:off x="1545117" y="2846832"/>
            <a:ext cx="357274" cy="1962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2.9K</a:t>
            </a:r>
            <a:endParaRPr lang="en-US" sz="550" dirty="0"/>
          </a:p>
        </p:txBody>
      </p:sp>
      <p:sp>
        <p:nvSpPr>
          <p:cNvPr id="56" name="Text 54"/>
          <p:cNvSpPr/>
          <p:nvPr/>
        </p:nvSpPr>
        <p:spPr>
          <a:xfrm>
            <a:off x="1150315" y="3043123"/>
            <a:ext cx="422233" cy="1962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</a:t>
            </a:r>
            <a:endParaRPr lang="en-US" sz="500" dirty="0"/>
          </a:p>
        </p:txBody>
      </p:sp>
      <p:sp>
        <p:nvSpPr>
          <p:cNvPr id="57" name="Text 55"/>
          <p:cNvSpPr/>
          <p:nvPr/>
        </p:nvSpPr>
        <p:spPr>
          <a:xfrm>
            <a:off x="1545117" y="3043123"/>
            <a:ext cx="357274" cy="1962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50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5.00%</a:t>
            </a:r>
            <a:endParaRPr lang="en-US" sz="550" dirty="0"/>
          </a:p>
        </p:txBody>
      </p:sp>
      <p:sp>
        <p:nvSpPr>
          <p:cNvPr id="58" name="Shape 56"/>
          <p:cNvSpPr/>
          <p:nvPr/>
        </p:nvSpPr>
        <p:spPr>
          <a:xfrm>
            <a:off x="1971446" y="1197864"/>
            <a:ext cx="811987" cy="210312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1971446" y="1197864"/>
            <a:ext cx="811987" cy="121981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0" name="Text 58"/>
          <p:cNvSpPr/>
          <p:nvPr/>
        </p:nvSpPr>
        <p:spPr>
          <a:xfrm>
            <a:off x="1971446" y="1624797"/>
            <a:ext cx="811987" cy="3659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🖼️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2008022" y="1234440"/>
            <a:ext cx="201168" cy="128016"/>
          </a:xfrm>
          <a:prstGeom prst="roundRect">
            <a:avLst>
              <a:gd name="adj" fmla="val 35714"/>
            </a:avLst>
          </a:prstGeom>
          <a:solidFill>
            <a:srgbClr val="16A34A"/>
          </a:solidFill>
          <a:ln/>
        </p:spPr>
      </p:sp>
      <p:sp>
        <p:nvSpPr>
          <p:cNvPr id="62" name="Text 60"/>
          <p:cNvSpPr/>
          <p:nvPr/>
        </p:nvSpPr>
        <p:spPr>
          <a:xfrm>
            <a:off x="2008022" y="1234440"/>
            <a:ext cx="201168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#3</a:t>
            </a:r>
            <a:endParaRPr lang="en-US" sz="500" dirty="0"/>
          </a:p>
        </p:txBody>
      </p:sp>
      <p:sp>
        <p:nvSpPr>
          <p:cNvPr id="63" name="Text 61"/>
          <p:cNvSpPr/>
          <p:nvPr/>
        </p:nvSpPr>
        <p:spPr>
          <a:xfrm>
            <a:off x="1998878" y="2454250"/>
            <a:ext cx="422233" cy="1962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Followers</a:t>
            </a:r>
            <a:endParaRPr lang="en-US" sz="500" dirty="0"/>
          </a:p>
        </p:txBody>
      </p:sp>
      <p:sp>
        <p:nvSpPr>
          <p:cNvPr id="64" name="Text 62"/>
          <p:cNvSpPr/>
          <p:nvPr/>
        </p:nvSpPr>
        <p:spPr>
          <a:xfrm>
            <a:off x="2393680" y="2454250"/>
            <a:ext cx="357274" cy="1962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550" dirty="0"/>
          </a:p>
        </p:txBody>
      </p:sp>
      <p:sp>
        <p:nvSpPr>
          <p:cNvPr id="65" name="Text 63"/>
          <p:cNvSpPr/>
          <p:nvPr/>
        </p:nvSpPr>
        <p:spPr>
          <a:xfrm>
            <a:off x="1998878" y="2650541"/>
            <a:ext cx="422233" cy="1962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Reach</a:t>
            </a:r>
            <a:endParaRPr lang="en-US" sz="500" dirty="0"/>
          </a:p>
        </p:txBody>
      </p:sp>
      <p:sp>
        <p:nvSpPr>
          <p:cNvPr id="66" name="Text 64"/>
          <p:cNvSpPr/>
          <p:nvPr/>
        </p:nvSpPr>
        <p:spPr>
          <a:xfrm>
            <a:off x="2393680" y="2650541"/>
            <a:ext cx="357274" cy="1962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342.6K</a:t>
            </a:r>
            <a:endParaRPr lang="en-US" sz="550" dirty="0"/>
          </a:p>
        </p:txBody>
      </p:sp>
      <p:sp>
        <p:nvSpPr>
          <p:cNvPr id="67" name="Text 65"/>
          <p:cNvSpPr/>
          <p:nvPr/>
        </p:nvSpPr>
        <p:spPr>
          <a:xfrm>
            <a:off x="1998878" y="2846832"/>
            <a:ext cx="422233" cy="1962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</a:t>
            </a:r>
            <a:endParaRPr lang="en-US" sz="500" dirty="0"/>
          </a:p>
        </p:txBody>
      </p:sp>
      <p:sp>
        <p:nvSpPr>
          <p:cNvPr id="68" name="Text 66"/>
          <p:cNvSpPr/>
          <p:nvPr/>
        </p:nvSpPr>
        <p:spPr>
          <a:xfrm>
            <a:off x="2393680" y="2846832"/>
            <a:ext cx="357274" cy="1962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2.6K</a:t>
            </a:r>
            <a:endParaRPr lang="en-US" sz="550" dirty="0"/>
          </a:p>
        </p:txBody>
      </p:sp>
      <p:sp>
        <p:nvSpPr>
          <p:cNvPr id="69" name="Text 67"/>
          <p:cNvSpPr/>
          <p:nvPr/>
        </p:nvSpPr>
        <p:spPr>
          <a:xfrm>
            <a:off x="1998878" y="3043123"/>
            <a:ext cx="422233" cy="1962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</a:t>
            </a:r>
            <a:endParaRPr lang="en-US" sz="500" dirty="0"/>
          </a:p>
        </p:txBody>
      </p:sp>
      <p:sp>
        <p:nvSpPr>
          <p:cNvPr id="70" name="Text 68"/>
          <p:cNvSpPr/>
          <p:nvPr/>
        </p:nvSpPr>
        <p:spPr>
          <a:xfrm>
            <a:off x="2393680" y="3043123"/>
            <a:ext cx="357274" cy="1962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50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1.00%</a:t>
            </a:r>
            <a:endParaRPr lang="en-US" sz="550" dirty="0"/>
          </a:p>
        </p:txBody>
      </p:sp>
      <p:sp>
        <p:nvSpPr>
          <p:cNvPr id="71" name="Shape 69"/>
          <p:cNvSpPr/>
          <p:nvPr/>
        </p:nvSpPr>
        <p:spPr>
          <a:xfrm>
            <a:off x="2820010" y="1197864"/>
            <a:ext cx="811987" cy="210312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2820010" y="1197864"/>
            <a:ext cx="811987" cy="121981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3" name="Text 71"/>
          <p:cNvSpPr/>
          <p:nvPr/>
        </p:nvSpPr>
        <p:spPr>
          <a:xfrm>
            <a:off x="2820010" y="1624797"/>
            <a:ext cx="811987" cy="3659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🖼️</a:t>
            </a:r>
            <a:endParaRPr lang="en-US" sz="1400" dirty="0"/>
          </a:p>
        </p:txBody>
      </p:sp>
      <p:sp>
        <p:nvSpPr>
          <p:cNvPr id="74" name="Shape 72"/>
          <p:cNvSpPr/>
          <p:nvPr/>
        </p:nvSpPr>
        <p:spPr>
          <a:xfrm>
            <a:off x="2856586" y="1234440"/>
            <a:ext cx="201168" cy="128016"/>
          </a:xfrm>
          <a:prstGeom prst="roundRect">
            <a:avLst>
              <a:gd name="adj" fmla="val 35714"/>
            </a:avLst>
          </a:prstGeom>
          <a:solidFill>
            <a:srgbClr val="16A34A"/>
          </a:solidFill>
          <a:ln/>
        </p:spPr>
      </p:sp>
      <p:sp>
        <p:nvSpPr>
          <p:cNvPr id="75" name="Text 73"/>
          <p:cNvSpPr/>
          <p:nvPr/>
        </p:nvSpPr>
        <p:spPr>
          <a:xfrm>
            <a:off x="2856586" y="1234440"/>
            <a:ext cx="201168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#4</a:t>
            </a:r>
            <a:endParaRPr lang="en-US" sz="500" dirty="0"/>
          </a:p>
        </p:txBody>
      </p:sp>
      <p:sp>
        <p:nvSpPr>
          <p:cNvPr id="76" name="Text 74"/>
          <p:cNvSpPr/>
          <p:nvPr/>
        </p:nvSpPr>
        <p:spPr>
          <a:xfrm>
            <a:off x="2847442" y="2454250"/>
            <a:ext cx="422233" cy="1962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Followers</a:t>
            </a:r>
            <a:endParaRPr lang="en-US" sz="500" dirty="0"/>
          </a:p>
        </p:txBody>
      </p:sp>
      <p:sp>
        <p:nvSpPr>
          <p:cNvPr id="77" name="Text 75"/>
          <p:cNvSpPr/>
          <p:nvPr/>
        </p:nvSpPr>
        <p:spPr>
          <a:xfrm>
            <a:off x="3242243" y="2454250"/>
            <a:ext cx="357274" cy="1962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54</a:t>
            </a:r>
            <a:endParaRPr lang="en-US" sz="550" dirty="0"/>
          </a:p>
        </p:txBody>
      </p:sp>
      <p:sp>
        <p:nvSpPr>
          <p:cNvPr id="78" name="Text 76"/>
          <p:cNvSpPr/>
          <p:nvPr/>
        </p:nvSpPr>
        <p:spPr>
          <a:xfrm>
            <a:off x="2847442" y="2650541"/>
            <a:ext cx="422233" cy="1962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Reach</a:t>
            </a:r>
            <a:endParaRPr lang="en-US" sz="500" dirty="0"/>
          </a:p>
        </p:txBody>
      </p:sp>
      <p:sp>
        <p:nvSpPr>
          <p:cNvPr id="79" name="Text 77"/>
          <p:cNvSpPr/>
          <p:nvPr/>
        </p:nvSpPr>
        <p:spPr>
          <a:xfrm>
            <a:off x="3242243" y="2650541"/>
            <a:ext cx="357274" cy="1962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47.1K</a:t>
            </a:r>
            <a:endParaRPr lang="en-US" sz="550" dirty="0"/>
          </a:p>
        </p:txBody>
      </p:sp>
      <p:sp>
        <p:nvSpPr>
          <p:cNvPr id="80" name="Text 78"/>
          <p:cNvSpPr/>
          <p:nvPr/>
        </p:nvSpPr>
        <p:spPr>
          <a:xfrm>
            <a:off x="2847442" y="2846832"/>
            <a:ext cx="422233" cy="1962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</a:t>
            </a:r>
            <a:endParaRPr lang="en-US" sz="500" dirty="0"/>
          </a:p>
        </p:txBody>
      </p:sp>
      <p:sp>
        <p:nvSpPr>
          <p:cNvPr id="81" name="Text 79"/>
          <p:cNvSpPr/>
          <p:nvPr/>
        </p:nvSpPr>
        <p:spPr>
          <a:xfrm>
            <a:off x="3242243" y="2846832"/>
            <a:ext cx="357274" cy="1962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2.6K</a:t>
            </a:r>
            <a:endParaRPr lang="en-US" sz="550" dirty="0"/>
          </a:p>
        </p:txBody>
      </p:sp>
      <p:sp>
        <p:nvSpPr>
          <p:cNvPr id="82" name="Text 80"/>
          <p:cNvSpPr/>
          <p:nvPr/>
        </p:nvSpPr>
        <p:spPr>
          <a:xfrm>
            <a:off x="2847442" y="3043123"/>
            <a:ext cx="422233" cy="1962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</a:t>
            </a:r>
            <a:endParaRPr lang="en-US" sz="500" dirty="0"/>
          </a:p>
        </p:txBody>
      </p:sp>
      <p:sp>
        <p:nvSpPr>
          <p:cNvPr id="83" name="Text 81"/>
          <p:cNvSpPr/>
          <p:nvPr/>
        </p:nvSpPr>
        <p:spPr>
          <a:xfrm>
            <a:off x="3242243" y="3043123"/>
            <a:ext cx="357274" cy="1962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50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6.00%</a:t>
            </a:r>
            <a:endParaRPr lang="en-US" sz="550" dirty="0"/>
          </a:p>
        </p:txBody>
      </p:sp>
      <p:sp>
        <p:nvSpPr>
          <p:cNvPr id="84" name="Shape 82"/>
          <p:cNvSpPr/>
          <p:nvPr/>
        </p:nvSpPr>
        <p:spPr>
          <a:xfrm>
            <a:off x="3668573" y="1197864"/>
            <a:ext cx="811987" cy="210312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85" name="Shape 83"/>
          <p:cNvSpPr/>
          <p:nvPr/>
        </p:nvSpPr>
        <p:spPr>
          <a:xfrm>
            <a:off x="3668573" y="1197864"/>
            <a:ext cx="811987" cy="121981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6" name="Text 84"/>
          <p:cNvSpPr/>
          <p:nvPr/>
        </p:nvSpPr>
        <p:spPr>
          <a:xfrm>
            <a:off x="3668573" y="1624797"/>
            <a:ext cx="811987" cy="3659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🖼️</a:t>
            </a:r>
            <a:endParaRPr lang="en-US" sz="1400" dirty="0"/>
          </a:p>
        </p:txBody>
      </p:sp>
      <p:sp>
        <p:nvSpPr>
          <p:cNvPr id="87" name="Shape 85"/>
          <p:cNvSpPr/>
          <p:nvPr/>
        </p:nvSpPr>
        <p:spPr>
          <a:xfrm>
            <a:off x="3705149" y="1234440"/>
            <a:ext cx="201168" cy="128016"/>
          </a:xfrm>
          <a:prstGeom prst="roundRect">
            <a:avLst>
              <a:gd name="adj" fmla="val 35714"/>
            </a:avLst>
          </a:prstGeom>
          <a:solidFill>
            <a:srgbClr val="16A34A"/>
          </a:solidFill>
          <a:ln/>
        </p:spPr>
      </p:sp>
      <p:sp>
        <p:nvSpPr>
          <p:cNvPr id="88" name="Text 86"/>
          <p:cNvSpPr/>
          <p:nvPr/>
        </p:nvSpPr>
        <p:spPr>
          <a:xfrm>
            <a:off x="3705149" y="1234440"/>
            <a:ext cx="201168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#5</a:t>
            </a:r>
            <a:endParaRPr lang="en-US" sz="500" dirty="0"/>
          </a:p>
        </p:txBody>
      </p:sp>
      <p:sp>
        <p:nvSpPr>
          <p:cNvPr id="89" name="Text 87"/>
          <p:cNvSpPr/>
          <p:nvPr/>
        </p:nvSpPr>
        <p:spPr>
          <a:xfrm>
            <a:off x="3696005" y="2454250"/>
            <a:ext cx="422233" cy="1962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Followers</a:t>
            </a:r>
            <a:endParaRPr lang="en-US" sz="500" dirty="0"/>
          </a:p>
        </p:txBody>
      </p:sp>
      <p:sp>
        <p:nvSpPr>
          <p:cNvPr id="90" name="Text 88"/>
          <p:cNvSpPr/>
          <p:nvPr/>
        </p:nvSpPr>
        <p:spPr>
          <a:xfrm>
            <a:off x="4090806" y="2454250"/>
            <a:ext cx="357274" cy="1962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550" dirty="0"/>
          </a:p>
        </p:txBody>
      </p:sp>
      <p:sp>
        <p:nvSpPr>
          <p:cNvPr id="91" name="Text 89"/>
          <p:cNvSpPr/>
          <p:nvPr/>
        </p:nvSpPr>
        <p:spPr>
          <a:xfrm>
            <a:off x="3696005" y="2650541"/>
            <a:ext cx="422233" cy="1962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Reach</a:t>
            </a:r>
            <a:endParaRPr lang="en-US" sz="500" dirty="0"/>
          </a:p>
        </p:txBody>
      </p:sp>
      <p:sp>
        <p:nvSpPr>
          <p:cNvPr id="92" name="Text 90"/>
          <p:cNvSpPr/>
          <p:nvPr/>
        </p:nvSpPr>
        <p:spPr>
          <a:xfrm>
            <a:off x="4090806" y="2650541"/>
            <a:ext cx="357274" cy="1962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55.6K</a:t>
            </a:r>
            <a:endParaRPr lang="en-US" sz="550" dirty="0"/>
          </a:p>
        </p:txBody>
      </p:sp>
      <p:sp>
        <p:nvSpPr>
          <p:cNvPr id="93" name="Text 91"/>
          <p:cNvSpPr/>
          <p:nvPr/>
        </p:nvSpPr>
        <p:spPr>
          <a:xfrm>
            <a:off x="3696005" y="2846832"/>
            <a:ext cx="422233" cy="1962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</a:t>
            </a:r>
            <a:endParaRPr lang="en-US" sz="500" dirty="0"/>
          </a:p>
        </p:txBody>
      </p:sp>
      <p:sp>
        <p:nvSpPr>
          <p:cNvPr id="94" name="Text 92"/>
          <p:cNvSpPr/>
          <p:nvPr/>
        </p:nvSpPr>
        <p:spPr>
          <a:xfrm>
            <a:off x="4090806" y="2846832"/>
            <a:ext cx="357274" cy="1962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2.5K</a:t>
            </a:r>
            <a:endParaRPr lang="en-US" sz="550" dirty="0"/>
          </a:p>
        </p:txBody>
      </p:sp>
      <p:sp>
        <p:nvSpPr>
          <p:cNvPr id="95" name="Text 93"/>
          <p:cNvSpPr/>
          <p:nvPr/>
        </p:nvSpPr>
        <p:spPr>
          <a:xfrm>
            <a:off x="3696005" y="3043123"/>
            <a:ext cx="422233" cy="1962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</a:t>
            </a:r>
            <a:endParaRPr lang="en-US" sz="500" dirty="0"/>
          </a:p>
        </p:txBody>
      </p:sp>
      <p:sp>
        <p:nvSpPr>
          <p:cNvPr id="96" name="Text 94"/>
          <p:cNvSpPr/>
          <p:nvPr/>
        </p:nvSpPr>
        <p:spPr>
          <a:xfrm>
            <a:off x="4090806" y="3043123"/>
            <a:ext cx="357274" cy="1962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50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4.00%</a:t>
            </a:r>
            <a:endParaRPr lang="en-US" sz="550" dirty="0"/>
          </a:p>
        </p:txBody>
      </p:sp>
      <p:sp>
        <p:nvSpPr>
          <p:cNvPr id="97" name="Shape 95"/>
          <p:cNvSpPr/>
          <p:nvPr/>
        </p:nvSpPr>
        <p:spPr>
          <a:xfrm>
            <a:off x="274320" y="3374136"/>
            <a:ext cx="4206240" cy="1271016"/>
          </a:xfrm>
          <a:prstGeom prst="roundRect">
            <a:avLst>
              <a:gd name="adj" fmla="val 4317"/>
            </a:avLst>
          </a:prstGeom>
          <a:solidFill>
            <a:srgbClr val="16A34A">
              <a:alpha val="4000"/>
            </a:srgbClr>
          </a:solidFill>
          <a:ln w="9525">
            <a:solidFill>
              <a:srgbClr val="16A34A">
                <a:alpha val="30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274320" y="3374136"/>
            <a:ext cx="4206240" cy="201168"/>
          </a:xfrm>
          <a:prstGeom prst="rect">
            <a:avLst/>
          </a:prstGeom>
          <a:solidFill>
            <a:srgbClr val="16A34A">
              <a:alpha val="15000"/>
            </a:srgbClr>
          </a:solidFill>
          <a:ln/>
        </p:spPr>
      </p:sp>
      <p:sp>
        <p:nvSpPr>
          <p:cNvPr id="99" name="Text 97"/>
          <p:cNvSpPr/>
          <p:nvPr/>
        </p:nvSpPr>
        <p:spPr>
          <a:xfrm>
            <a:off x="365760" y="3374136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INSIGHTS — BEST 5</a:t>
            </a:r>
            <a:endParaRPr lang="en-US" sz="600" dirty="0"/>
          </a:p>
        </p:txBody>
      </p:sp>
      <p:sp>
        <p:nvSpPr>
          <p:cNvPr id="100" name="Text 98"/>
          <p:cNvSpPr/>
          <p:nvPr/>
        </p:nvSpPr>
        <p:spPr>
          <a:xfrm>
            <a:off x="365760" y="3593592"/>
            <a:ext cx="4023360" cy="996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Konten video pendek dan carousel interaktif terbukti menghasilkan engagement tertinggi pada periode ini. Post dengan call-to-action yang kuat mencapai ER hingga 6%, jauh di atas rata-rata industri.</a:t>
            </a:r>
            <a:endParaRPr lang="en-US" sz="700" dirty="0"/>
          </a:p>
        </p:txBody>
      </p:sp>
      <p:sp>
        <p:nvSpPr>
          <p:cNvPr id="101" name="Shape 99"/>
          <p:cNvSpPr/>
          <p:nvPr/>
        </p:nvSpPr>
        <p:spPr>
          <a:xfrm>
            <a:off x="4663440" y="850392"/>
            <a:ext cx="4206240" cy="274320"/>
          </a:xfrm>
          <a:prstGeom prst="roundRect">
            <a:avLst>
              <a:gd name="adj" fmla="val 20000"/>
            </a:avLst>
          </a:prstGeom>
          <a:solidFill>
            <a:srgbClr val="DC2626">
              <a:alpha val="10000"/>
            </a:srgbClr>
          </a:solidFill>
          <a:ln w="9525">
            <a:solidFill>
              <a:srgbClr val="DC2626">
                <a:alpha val="30000"/>
              </a:srgbClr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4828032" y="850392"/>
            <a:ext cx="3877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LEAST 5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4663440" y="1197864"/>
            <a:ext cx="811987" cy="210312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104" name="Shape 102"/>
          <p:cNvSpPr/>
          <p:nvPr/>
        </p:nvSpPr>
        <p:spPr>
          <a:xfrm>
            <a:off x="4663440" y="1197864"/>
            <a:ext cx="811987" cy="121981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5" name="Text 103"/>
          <p:cNvSpPr/>
          <p:nvPr/>
        </p:nvSpPr>
        <p:spPr>
          <a:xfrm>
            <a:off x="4663440" y="1624797"/>
            <a:ext cx="811987" cy="3659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🖼️</a:t>
            </a:r>
            <a:endParaRPr lang="en-US" sz="1400" dirty="0"/>
          </a:p>
        </p:txBody>
      </p:sp>
      <p:sp>
        <p:nvSpPr>
          <p:cNvPr id="106" name="Shape 104"/>
          <p:cNvSpPr/>
          <p:nvPr/>
        </p:nvSpPr>
        <p:spPr>
          <a:xfrm>
            <a:off x="4700016" y="1234440"/>
            <a:ext cx="201168" cy="128016"/>
          </a:xfrm>
          <a:prstGeom prst="roundRect">
            <a:avLst>
              <a:gd name="adj" fmla="val 35714"/>
            </a:avLst>
          </a:prstGeom>
          <a:solidFill>
            <a:srgbClr val="DC2626"/>
          </a:solidFill>
          <a:ln/>
        </p:spPr>
      </p:sp>
      <p:sp>
        <p:nvSpPr>
          <p:cNvPr id="107" name="Text 105"/>
          <p:cNvSpPr/>
          <p:nvPr/>
        </p:nvSpPr>
        <p:spPr>
          <a:xfrm>
            <a:off x="4700016" y="1234440"/>
            <a:ext cx="201168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#1</a:t>
            </a:r>
            <a:endParaRPr lang="en-US" sz="500" dirty="0"/>
          </a:p>
        </p:txBody>
      </p:sp>
      <p:sp>
        <p:nvSpPr>
          <p:cNvPr id="108" name="Text 106"/>
          <p:cNvSpPr/>
          <p:nvPr/>
        </p:nvSpPr>
        <p:spPr>
          <a:xfrm>
            <a:off x="4690872" y="2454250"/>
            <a:ext cx="422233" cy="1962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Followers</a:t>
            </a:r>
            <a:endParaRPr lang="en-US" sz="500" dirty="0"/>
          </a:p>
        </p:txBody>
      </p:sp>
      <p:sp>
        <p:nvSpPr>
          <p:cNvPr id="109" name="Text 107"/>
          <p:cNvSpPr/>
          <p:nvPr/>
        </p:nvSpPr>
        <p:spPr>
          <a:xfrm>
            <a:off x="5085673" y="2454250"/>
            <a:ext cx="357274" cy="1962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550" dirty="0"/>
          </a:p>
        </p:txBody>
      </p:sp>
      <p:sp>
        <p:nvSpPr>
          <p:cNvPr id="110" name="Text 108"/>
          <p:cNvSpPr/>
          <p:nvPr/>
        </p:nvSpPr>
        <p:spPr>
          <a:xfrm>
            <a:off x="4690872" y="2650541"/>
            <a:ext cx="422233" cy="1962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Reach</a:t>
            </a:r>
            <a:endParaRPr lang="en-US" sz="500" dirty="0"/>
          </a:p>
        </p:txBody>
      </p:sp>
      <p:sp>
        <p:nvSpPr>
          <p:cNvPr id="111" name="Text 109"/>
          <p:cNvSpPr/>
          <p:nvPr/>
        </p:nvSpPr>
        <p:spPr>
          <a:xfrm>
            <a:off x="5085673" y="2650541"/>
            <a:ext cx="357274" cy="1962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6.6K</a:t>
            </a:r>
            <a:endParaRPr lang="en-US" sz="550" dirty="0"/>
          </a:p>
        </p:txBody>
      </p:sp>
      <p:sp>
        <p:nvSpPr>
          <p:cNvPr id="112" name="Text 110"/>
          <p:cNvSpPr/>
          <p:nvPr/>
        </p:nvSpPr>
        <p:spPr>
          <a:xfrm>
            <a:off x="4690872" y="2846832"/>
            <a:ext cx="422233" cy="1962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</a:t>
            </a:r>
            <a:endParaRPr lang="en-US" sz="500" dirty="0"/>
          </a:p>
        </p:txBody>
      </p:sp>
      <p:sp>
        <p:nvSpPr>
          <p:cNvPr id="113" name="Text 111"/>
          <p:cNvSpPr/>
          <p:nvPr/>
        </p:nvSpPr>
        <p:spPr>
          <a:xfrm>
            <a:off x="5085673" y="2846832"/>
            <a:ext cx="357274" cy="1962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103</a:t>
            </a:r>
            <a:endParaRPr lang="en-US" sz="550" dirty="0"/>
          </a:p>
        </p:txBody>
      </p:sp>
      <p:sp>
        <p:nvSpPr>
          <p:cNvPr id="114" name="Text 112"/>
          <p:cNvSpPr/>
          <p:nvPr/>
        </p:nvSpPr>
        <p:spPr>
          <a:xfrm>
            <a:off x="4690872" y="3043123"/>
            <a:ext cx="422233" cy="1962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</a:t>
            </a:r>
            <a:endParaRPr lang="en-US" sz="500" dirty="0"/>
          </a:p>
        </p:txBody>
      </p:sp>
      <p:sp>
        <p:nvSpPr>
          <p:cNvPr id="115" name="Text 113"/>
          <p:cNvSpPr/>
          <p:nvPr/>
        </p:nvSpPr>
        <p:spPr>
          <a:xfrm>
            <a:off x="5085673" y="3043123"/>
            <a:ext cx="357274" cy="1962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5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2.00%</a:t>
            </a:r>
            <a:endParaRPr lang="en-US" sz="550" dirty="0"/>
          </a:p>
        </p:txBody>
      </p:sp>
      <p:sp>
        <p:nvSpPr>
          <p:cNvPr id="116" name="Shape 114"/>
          <p:cNvSpPr/>
          <p:nvPr/>
        </p:nvSpPr>
        <p:spPr>
          <a:xfrm>
            <a:off x="5512003" y="1197864"/>
            <a:ext cx="811987" cy="210312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117" name="Shape 115"/>
          <p:cNvSpPr/>
          <p:nvPr/>
        </p:nvSpPr>
        <p:spPr>
          <a:xfrm>
            <a:off x="5512003" y="1197864"/>
            <a:ext cx="811987" cy="121981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8" name="Text 116"/>
          <p:cNvSpPr/>
          <p:nvPr/>
        </p:nvSpPr>
        <p:spPr>
          <a:xfrm>
            <a:off x="5512003" y="1624797"/>
            <a:ext cx="811987" cy="3659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🖼️</a:t>
            </a:r>
            <a:endParaRPr lang="en-US" sz="1400" dirty="0"/>
          </a:p>
        </p:txBody>
      </p:sp>
      <p:sp>
        <p:nvSpPr>
          <p:cNvPr id="119" name="Shape 117"/>
          <p:cNvSpPr/>
          <p:nvPr/>
        </p:nvSpPr>
        <p:spPr>
          <a:xfrm>
            <a:off x="5548579" y="1234440"/>
            <a:ext cx="201168" cy="128016"/>
          </a:xfrm>
          <a:prstGeom prst="roundRect">
            <a:avLst>
              <a:gd name="adj" fmla="val 35714"/>
            </a:avLst>
          </a:prstGeom>
          <a:solidFill>
            <a:srgbClr val="DC2626"/>
          </a:solidFill>
          <a:ln/>
        </p:spPr>
      </p:sp>
      <p:sp>
        <p:nvSpPr>
          <p:cNvPr id="120" name="Text 118"/>
          <p:cNvSpPr/>
          <p:nvPr/>
        </p:nvSpPr>
        <p:spPr>
          <a:xfrm>
            <a:off x="5548579" y="1234440"/>
            <a:ext cx="201168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#2</a:t>
            </a:r>
            <a:endParaRPr lang="en-US" sz="500" dirty="0"/>
          </a:p>
        </p:txBody>
      </p:sp>
      <p:sp>
        <p:nvSpPr>
          <p:cNvPr id="121" name="Text 119"/>
          <p:cNvSpPr/>
          <p:nvPr/>
        </p:nvSpPr>
        <p:spPr>
          <a:xfrm>
            <a:off x="5539435" y="2454250"/>
            <a:ext cx="422233" cy="1962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Followers</a:t>
            </a:r>
            <a:endParaRPr lang="en-US" sz="500" dirty="0"/>
          </a:p>
        </p:txBody>
      </p:sp>
      <p:sp>
        <p:nvSpPr>
          <p:cNvPr id="122" name="Text 120"/>
          <p:cNvSpPr/>
          <p:nvPr/>
        </p:nvSpPr>
        <p:spPr>
          <a:xfrm>
            <a:off x="5934237" y="2454250"/>
            <a:ext cx="357274" cy="1962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550" dirty="0"/>
          </a:p>
        </p:txBody>
      </p:sp>
      <p:sp>
        <p:nvSpPr>
          <p:cNvPr id="123" name="Text 121"/>
          <p:cNvSpPr/>
          <p:nvPr/>
        </p:nvSpPr>
        <p:spPr>
          <a:xfrm>
            <a:off x="5539435" y="2650541"/>
            <a:ext cx="422233" cy="1962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Reach</a:t>
            </a:r>
            <a:endParaRPr lang="en-US" sz="500" dirty="0"/>
          </a:p>
        </p:txBody>
      </p:sp>
      <p:sp>
        <p:nvSpPr>
          <p:cNvPr id="124" name="Text 122"/>
          <p:cNvSpPr/>
          <p:nvPr/>
        </p:nvSpPr>
        <p:spPr>
          <a:xfrm>
            <a:off x="5934237" y="2650541"/>
            <a:ext cx="357274" cy="1962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8.8K</a:t>
            </a:r>
            <a:endParaRPr lang="en-US" sz="550" dirty="0"/>
          </a:p>
        </p:txBody>
      </p:sp>
      <p:sp>
        <p:nvSpPr>
          <p:cNvPr id="125" name="Text 123"/>
          <p:cNvSpPr/>
          <p:nvPr/>
        </p:nvSpPr>
        <p:spPr>
          <a:xfrm>
            <a:off x="5539435" y="2846832"/>
            <a:ext cx="422233" cy="1962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</a:t>
            </a:r>
            <a:endParaRPr lang="en-US" sz="500" dirty="0"/>
          </a:p>
        </p:txBody>
      </p:sp>
      <p:sp>
        <p:nvSpPr>
          <p:cNvPr id="126" name="Text 124"/>
          <p:cNvSpPr/>
          <p:nvPr/>
        </p:nvSpPr>
        <p:spPr>
          <a:xfrm>
            <a:off x="5934237" y="2846832"/>
            <a:ext cx="357274" cy="1962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109</a:t>
            </a:r>
            <a:endParaRPr lang="en-US" sz="550" dirty="0"/>
          </a:p>
        </p:txBody>
      </p:sp>
      <p:sp>
        <p:nvSpPr>
          <p:cNvPr id="127" name="Text 125"/>
          <p:cNvSpPr/>
          <p:nvPr/>
        </p:nvSpPr>
        <p:spPr>
          <a:xfrm>
            <a:off x="5539435" y="3043123"/>
            <a:ext cx="422233" cy="1962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</a:t>
            </a:r>
            <a:endParaRPr lang="en-US" sz="500" dirty="0"/>
          </a:p>
        </p:txBody>
      </p:sp>
      <p:sp>
        <p:nvSpPr>
          <p:cNvPr id="128" name="Text 126"/>
          <p:cNvSpPr/>
          <p:nvPr/>
        </p:nvSpPr>
        <p:spPr>
          <a:xfrm>
            <a:off x="5934237" y="3043123"/>
            <a:ext cx="357274" cy="1962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5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1.00%</a:t>
            </a:r>
            <a:endParaRPr lang="en-US" sz="550" dirty="0"/>
          </a:p>
        </p:txBody>
      </p:sp>
      <p:sp>
        <p:nvSpPr>
          <p:cNvPr id="129" name="Shape 127"/>
          <p:cNvSpPr/>
          <p:nvPr/>
        </p:nvSpPr>
        <p:spPr>
          <a:xfrm>
            <a:off x="6360566" y="1197864"/>
            <a:ext cx="811987" cy="210312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130" name="Shape 128"/>
          <p:cNvSpPr/>
          <p:nvPr/>
        </p:nvSpPr>
        <p:spPr>
          <a:xfrm>
            <a:off x="6360566" y="1197864"/>
            <a:ext cx="811987" cy="121981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1" name="Text 129"/>
          <p:cNvSpPr/>
          <p:nvPr/>
        </p:nvSpPr>
        <p:spPr>
          <a:xfrm>
            <a:off x="6360566" y="1624797"/>
            <a:ext cx="811987" cy="3659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🖼️</a:t>
            </a:r>
            <a:endParaRPr lang="en-US" sz="1400" dirty="0"/>
          </a:p>
        </p:txBody>
      </p:sp>
      <p:sp>
        <p:nvSpPr>
          <p:cNvPr id="132" name="Shape 130"/>
          <p:cNvSpPr/>
          <p:nvPr/>
        </p:nvSpPr>
        <p:spPr>
          <a:xfrm>
            <a:off x="6397142" y="1234440"/>
            <a:ext cx="201168" cy="128016"/>
          </a:xfrm>
          <a:prstGeom prst="roundRect">
            <a:avLst>
              <a:gd name="adj" fmla="val 35714"/>
            </a:avLst>
          </a:prstGeom>
          <a:solidFill>
            <a:srgbClr val="DC2626"/>
          </a:solidFill>
          <a:ln/>
        </p:spPr>
      </p:sp>
      <p:sp>
        <p:nvSpPr>
          <p:cNvPr id="133" name="Text 131"/>
          <p:cNvSpPr/>
          <p:nvPr/>
        </p:nvSpPr>
        <p:spPr>
          <a:xfrm>
            <a:off x="6397142" y="1234440"/>
            <a:ext cx="201168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#3</a:t>
            </a:r>
            <a:endParaRPr lang="en-US" sz="500" dirty="0"/>
          </a:p>
        </p:txBody>
      </p:sp>
      <p:sp>
        <p:nvSpPr>
          <p:cNvPr id="134" name="Text 132"/>
          <p:cNvSpPr/>
          <p:nvPr/>
        </p:nvSpPr>
        <p:spPr>
          <a:xfrm>
            <a:off x="6387998" y="2454250"/>
            <a:ext cx="422233" cy="1962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Followers</a:t>
            </a:r>
            <a:endParaRPr lang="en-US" sz="500" dirty="0"/>
          </a:p>
        </p:txBody>
      </p:sp>
      <p:sp>
        <p:nvSpPr>
          <p:cNvPr id="135" name="Text 133"/>
          <p:cNvSpPr/>
          <p:nvPr/>
        </p:nvSpPr>
        <p:spPr>
          <a:xfrm>
            <a:off x="6782800" y="2454250"/>
            <a:ext cx="357274" cy="1962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550" dirty="0"/>
          </a:p>
        </p:txBody>
      </p:sp>
      <p:sp>
        <p:nvSpPr>
          <p:cNvPr id="136" name="Text 134"/>
          <p:cNvSpPr/>
          <p:nvPr/>
        </p:nvSpPr>
        <p:spPr>
          <a:xfrm>
            <a:off x="6387998" y="2650541"/>
            <a:ext cx="422233" cy="1962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Reach</a:t>
            </a:r>
            <a:endParaRPr lang="en-US" sz="500" dirty="0"/>
          </a:p>
        </p:txBody>
      </p:sp>
      <p:sp>
        <p:nvSpPr>
          <p:cNvPr id="137" name="Text 135"/>
          <p:cNvSpPr/>
          <p:nvPr/>
        </p:nvSpPr>
        <p:spPr>
          <a:xfrm>
            <a:off x="6782800" y="2650541"/>
            <a:ext cx="357274" cy="1962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11.0K</a:t>
            </a:r>
            <a:endParaRPr lang="en-US" sz="550" dirty="0"/>
          </a:p>
        </p:txBody>
      </p:sp>
      <p:sp>
        <p:nvSpPr>
          <p:cNvPr id="138" name="Text 136"/>
          <p:cNvSpPr/>
          <p:nvPr/>
        </p:nvSpPr>
        <p:spPr>
          <a:xfrm>
            <a:off x="6387998" y="2846832"/>
            <a:ext cx="422233" cy="1962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</a:t>
            </a:r>
            <a:endParaRPr lang="en-US" sz="500" dirty="0"/>
          </a:p>
        </p:txBody>
      </p:sp>
      <p:sp>
        <p:nvSpPr>
          <p:cNvPr id="139" name="Text 137"/>
          <p:cNvSpPr/>
          <p:nvPr/>
        </p:nvSpPr>
        <p:spPr>
          <a:xfrm>
            <a:off x="6782800" y="2846832"/>
            <a:ext cx="357274" cy="1962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109</a:t>
            </a:r>
            <a:endParaRPr lang="en-US" sz="550" dirty="0"/>
          </a:p>
        </p:txBody>
      </p:sp>
      <p:sp>
        <p:nvSpPr>
          <p:cNvPr id="140" name="Text 138"/>
          <p:cNvSpPr/>
          <p:nvPr/>
        </p:nvSpPr>
        <p:spPr>
          <a:xfrm>
            <a:off x="6387998" y="3043123"/>
            <a:ext cx="422233" cy="1962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</a:t>
            </a:r>
            <a:endParaRPr lang="en-US" sz="500" dirty="0"/>
          </a:p>
        </p:txBody>
      </p:sp>
      <p:sp>
        <p:nvSpPr>
          <p:cNvPr id="141" name="Text 139"/>
          <p:cNvSpPr/>
          <p:nvPr/>
        </p:nvSpPr>
        <p:spPr>
          <a:xfrm>
            <a:off x="6782800" y="3043123"/>
            <a:ext cx="357274" cy="1962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5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1.00%</a:t>
            </a:r>
            <a:endParaRPr lang="en-US" sz="550" dirty="0"/>
          </a:p>
        </p:txBody>
      </p:sp>
      <p:sp>
        <p:nvSpPr>
          <p:cNvPr id="142" name="Shape 140"/>
          <p:cNvSpPr/>
          <p:nvPr/>
        </p:nvSpPr>
        <p:spPr>
          <a:xfrm>
            <a:off x="7209130" y="1197864"/>
            <a:ext cx="811987" cy="210312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143" name="Shape 141"/>
          <p:cNvSpPr/>
          <p:nvPr/>
        </p:nvSpPr>
        <p:spPr>
          <a:xfrm>
            <a:off x="7209130" y="1197864"/>
            <a:ext cx="811987" cy="121981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4" name="Text 142"/>
          <p:cNvSpPr/>
          <p:nvPr/>
        </p:nvSpPr>
        <p:spPr>
          <a:xfrm>
            <a:off x="7209130" y="1624797"/>
            <a:ext cx="811987" cy="3659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🖼️</a:t>
            </a:r>
            <a:endParaRPr lang="en-US" sz="1400" dirty="0"/>
          </a:p>
        </p:txBody>
      </p:sp>
      <p:sp>
        <p:nvSpPr>
          <p:cNvPr id="145" name="Shape 143"/>
          <p:cNvSpPr/>
          <p:nvPr/>
        </p:nvSpPr>
        <p:spPr>
          <a:xfrm>
            <a:off x="7245706" y="1234440"/>
            <a:ext cx="201168" cy="128016"/>
          </a:xfrm>
          <a:prstGeom prst="roundRect">
            <a:avLst>
              <a:gd name="adj" fmla="val 35714"/>
            </a:avLst>
          </a:prstGeom>
          <a:solidFill>
            <a:srgbClr val="DC2626"/>
          </a:solidFill>
          <a:ln/>
        </p:spPr>
      </p:sp>
      <p:sp>
        <p:nvSpPr>
          <p:cNvPr id="146" name="Text 144"/>
          <p:cNvSpPr/>
          <p:nvPr/>
        </p:nvSpPr>
        <p:spPr>
          <a:xfrm>
            <a:off x="7245706" y="1234440"/>
            <a:ext cx="201168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#4</a:t>
            </a:r>
            <a:endParaRPr lang="en-US" sz="500" dirty="0"/>
          </a:p>
        </p:txBody>
      </p:sp>
      <p:sp>
        <p:nvSpPr>
          <p:cNvPr id="147" name="Text 145"/>
          <p:cNvSpPr/>
          <p:nvPr/>
        </p:nvSpPr>
        <p:spPr>
          <a:xfrm>
            <a:off x="7236562" y="2454250"/>
            <a:ext cx="422233" cy="1962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Followers</a:t>
            </a:r>
            <a:endParaRPr lang="en-US" sz="500" dirty="0"/>
          </a:p>
        </p:txBody>
      </p:sp>
      <p:sp>
        <p:nvSpPr>
          <p:cNvPr id="148" name="Text 146"/>
          <p:cNvSpPr/>
          <p:nvPr/>
        </p:nvSpPr>
        <p:spPr>
          <a:xfrm>
            <a:off x="7631363" y="2454250"/>
            <a:ext cx="357274" cy="1962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550" dirty="0"/>
          </a:p>
        </p:txBody>
      </p:sp>
      <p:sp>
        <p:nvSpPr>
          <p:cNvPr id="149" name="Text 147"/>
          <p:cNvSpPr/>
          <p:nvPr/>
        </p:nvSpPr>
        <p:spPr>
          <a:xfrm>
            <a:off x="7236562" y="2650541"/>
            <a:ext cx="422233" cy="1962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Reach</a:t>
            </a:r>
            <a:endParaRPr lang="en-US" sz="500" dirty="0"/>
          </a:p>
        </p:txBody>
      </p:sp>
      <p:sp>
        <p:nvSpPr>
          <p:cNvPr id="150" name="Text 148"/>
          <p:cNvSpPr/>
          <p:nvPr/>
        </p:nvSpPr>
        <p:spPr>
          <a:xfrm>
            <a:off x="7631363" y="2650541"/>
            <a:ext cx="357274" cy="1962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6.6K</a:t>
            </a:r>
            <a:endParaRPr lang="en-US" sz="550" dirty="0"/>
          </a:p>
        </p:txBody>
      </p:sp>
      <p:sp>
        <p:nvSpPr>
          <p:cNvPr id="151" name="Text 149"/>
          <p:cNvSpPr/>
          <p:nvPr/>
        </p:nvSpPr>
        <p:spPr>
          <a:xfrm>
            <a:off x="7236562" y="2846832"/>
            <a:ext cx="422233" cy="1962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</a:t>
            </a:r>
            <a:endParaRPr lang="en-US" sz="500" dirty="0"/>
          </a:p>
        </p:txBody>
      </p:sp>
      <p:sp>
        <p:nvSpPr>
          <p:cNvPr id="152" name="Text 150"/>
          <p:cNvSpPr/>
          <p:nvPr/>
        </p:nvSpPr>
        <p:spPr>
          <a:xfrm>
            <a:off x="7631363" y="2846832"/>
            <a:ext cx="357274" cy="1962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114</a:t>
            </a:r>
            <a:endParaRPr lang="en-US" sz="550" dirty="0"/>
          </a:p>
        </p:txBody>
      </p:sp>
      <p:sp>
        <p:nvSpPr>
          <p:cNvPr id="153" name="Text 151"/>
          <p:cNvSpPr/>
          <p:nvPr/>
        </p:nvSpPr>
        <p:spPr>
          <a:xfrm>
            <a:off x="7236562" y="3043123"/>
            <a:ext cx="422233" cy="1962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</a:t>
            </a:r>
            <a:endParaRPr lang="en-US" sz="500" dirty="0"/>
          </a:p>
        </p:txBody>
      </p:sp>
      <p:sp>
        <p:nvSpPr>
          <p:cNvPr id="154" name="Text 152"/>
          <p:cNvSpPr/>
          <p:nvPr/>
        </p:nvSpPr>
        <p:spPr>
          <a:xfrm>
            <a:off x="7631363" y="3043123"/>
            <a:ext cx="357274" cy="1962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5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2.00%</a:t>
            </a:r>
            <a:endParaRPr lang="en-US" sz="550" dirty="0"/>
          </a:p>
        </p:txBody>
      </p:sp>
      <p:sp>
        <p:nvSpPr>
          <p:cNvPr id="155" name="Shape 153"/>
          <p:cNvSpPr/>
          <p:nvPr/>
        </p:nvSpPr>
        <p:spPr>
          <a:xfrm>
            <a:off x="8057693" y="1197864"/>
            <a:ext cx="811987" cy="210312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156" name="Shape 154"/>
          <p:cNvSpPr/>
          <p:nvPr/>
        </p:nvSpPr>
        <p:spPr>
          <a:xfrm>
            <a:off x="8057693" y="1197864"/>
            <a:ext cx="811987" cy="121981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7" name="Text 155"/>
          <p:cNvSpPr/>
          <p:nvPr/>
        </p:nvSpPr>
        <p:spPr>
          <a:xfrm>
            <a:off x="8057693" y="1624797"/>
            <a:ext cx="811987" cy="3659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🖼️</a:t>
            </a:r>
            <a:endParaRPr lang="en-US" sz="1400" dirty="0"/>
          </a:p>
        </p:txBody>
      </p:sp>
      <p:sp>
        <p:nvSpPr>
          <p:cNvPr id="158" name="Shape 156"/>
          <p:cNvSpPr/>
          <p:nvPr/>
        </p:nvSpPr>
        <p:spPr>
          <a:xfrm>
            <a:off x="8094269" y="1234440"/>
            <a:ext cx="201168" cy="128016"/>
          </a:xfrm>
          <a:prstGeom prst="roundRect">
            <a:avLst>
              <a:gd name="adj" fmla="val 35714"/>
            </a:avLst>
          </a:prstGeom>
          <a:solidFill>
            <a:srgbClr val="DC2626"/>
          </a:solidFill>
          <a:ln/>
        </p:spPr>
      </p:sp>
      <p:sp>
        <p:nvSpPr>
          <p:cNvPr id="159" name="Text 157"/>
          <p:cNvSpPr/>
          <p:nvPr/>
        </p:nvSpPr>
        <p:spPr>
          <a:xfrm>
            <a:off x="8094269" y="1234440"/>
            <a:ext cx="201168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#5</a:t>
            </a:r>
            <a:endParaRPr lang="en-US" sz="500" dirty="0"/>
          </a:p>
        </p:txBody>
      </p:sp>
      <p:sp>
        <p:nvSpPr>
          <p:cNvPr id="160" name="Text 158"/>
          <p:cNvSpPr/>
          <p:nvPr/>
        </p:nvSpPr>
        <p:spPr>
          <a:xfrm>
            <a:off x="8085125" y="2454250"/>
            <a:ext cx="422233" cy="1962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Followers</a:t>
            </a:r>
            <a:endParaRPr lang="en-US" sz="500" dirty="0"/>
          </a:p>
        </p:txBody>
      </p:sp>
      <p:sp>
        <p:nvSpPr>
          <p:cNvPr id="161" name="Text 159"/>
          <p:cNvSpPr/>
          <p:nvPr/>
        </p:nvSpPr>
        <p:spPr>
          <a:xfrm>
            <a:off x="8479926" y="2454250"/>
            <a:ext cx="357274" cy="1962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550" dirty="0"/>
          </a:p>
        </p:txBody>
      </p:sp>
      <p:sp>
        <p:nvSpPr>
          <p:cNvPr id="162" name="Text 160"/>
          <p:cNvSpPr/>
          <p:nvPr/>
        </p:nvSpPr>
        <p:spPr>
          <a:xfrm>
            <a:off x="8085125" y="2650541"/>
            <a:ext cx="422233" cy="1962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Reach</a:t>
            </a:r>
            <a:endParaRPr lang="en-US" sz="500" dirty="0"/>
          </a:p>
        </p:txBody>
      </p:sp>
      <p:sp>
        <p:nvSpPr>
          <p:cNvPr id="163" name="Text 161"/>
          <p:cNvSpPr/>
          <p:nvPr/>
        </p:nvSpPr>
        <p:spPr>
          <a:xfrm>
            <a:off x="8479926" y="2650541"/>
            <a:ext cx="357274" cy="1962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6.2K</a:t>
            </a:r>
            <a:endParaRPr lang="en-US" sz="550" dirty="0"/>
          </a:p>
        </p:txBody>
      </p:sp>
      <p:sp>
        <p:nvSpPr>
          <p:cNvPr id="164" name="Text 162"/>
          <p:cNvSpPr/>
          <p:nvPr/>
        </p:nvSpPr>
        <p:spPr>
          <a:xfrm>
            <a:off x="8085125" y="2846832"/>
            <a:ext cx="422233" cy="1962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</a:t>
            </a:r>
            <a:endParaRPr lang="en-US" sz="500" dirty="0"/>
          </a:p>
        </p:txBody>
      </p:sp>
      <p:sp>
        <p:nvSpPr>
          <p:cNvPr id="165" name="Text 163"/>
          <p:cNvSpPr/>
          <p:nvPr/>
        </p:nvSpPr>
        <p:spPr>
          <a:xfrm>
            <a:off x="8479926" y="2846832"/>
            <a:ext cx="357274" cy="1962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117</a:t>
            </a:r>
            <a:endParaRPr lang="en-US" sz="550" dirty="0"/>
          </a:p>
        </p:txBody>
      </p:sp>
      <p:sp>
        <p:nvSpPr>
          <p:cNvPr id="166" name="Text 164"/>
          <p:cNvSpPr/>
          <p:nvPr/>
        </p:nvSpPr>
        <p:spPr>
          <a:xfrm>
            <a:off x="8085125" y="3043123"/>
            <a:ext cx="422233" cy="1962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</a:t>
            </a:r>
            <a:endParaRPr lang="en-US" sz="500" dirty="0"/>
          </a:p>
        </p:txBody>
      </p:sp>
      <p:sp>
        <p:nvSpPr>
          <p:cNvPr id="167" name="Text 165"/>
          <p:cNvSpPr/>
          <p:nvPr/>
        </p:nvSpPr>
        <p:spPr>
          <a:xfrm>
            <a:off x="8479926" y="3043123"/>
            <a:ext cx="357274" cy="1962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5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2.00%</a:t>
            </a:r>
            <a:endParaRPr lang="en-US" sz="550" dirty="0"/>
          </a:p>
        </p:txBody>
      </p:sp>
      <p:sp>
        <p:nvSpPr>
          <p:cNvPr id="168" name="Shape 166"/>
          <p:cNvSpPr/>
          <p:nvPr/>
        </p:nvSpPr>
        <p:spPr>
          <a:xfrm>
            <a:off x="4663440" y="3374136"/>
            <a:ext cx="4206240" cy="1271016"/>
          </a:xfrm>
          <a:prstGeom prst="roundRect">
            <a:avLst>
              <a:gd name="adj" fmla="val 4317"/>
            </a:avLst>
          </a:prstGeom>
          <a:solidFill>
            <a:srgbClr val="DC2626">
              <a:alpha val="4000"/>
            </a:srgbClr>
          </a:solidFill>
          <a:ln w="9525">
            <a:solidFill>
              <a:srgbClr val="DC2626">
                <a:alpha val="30000"/>
              </a:srgbClr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4663440" y="3374136"/>
            <a:ext cx="4206240" cy="201168"/>
          </a:xfrm>
          <a:prstGeom prst="rect">
            <a:avLst/>
          </a:prstGeom>
          <a:solidFill>
            <a:srgbClr val="DC2626">
              <a:alpha val="15000"/>
            </a:srgbClr>
          </a:solidFill>
          <a:ln/>
        </p:spPr>
      </p:sp>
      <p:sp>
        <p:nvSpPr>
          <p:cNvPr id="170" name="Text 168"/>
          <p:cNvSpPr/>
          <p:nvPr/>
        </p:nvSpPr>
        <p:spPr>
          <a:xfrm>
            <a:off x="4754880" y="3374136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INSIGHTS — LEAST 5</a:t>
            </a:r>
            <a:endParaRPr lang="en-US" sz="600" dirty="0"/>
          </a:p>
        </p:txBody>
      </p:sp>
      <p:sp>
        <p:nvSpPr>
          <p:cNvPr id="171" name="Text 169"/>
          <p:cNvSpPr/>
          <p:nvPr/>
        </p:nvSpPr>
        <p:spPr>
          <a:xfrm>
            <a:off x="4754880" y="3593592"/>
            <a:ext cx="4023360" cy="996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Konten infografis statis dengan teks panjang cenderung mendapatkan sedikit interaksi. Disarankan untuk memperpendek caption dan menambahkan elemen visual yang lebih menarik.</a:t>
            </a:r>
            <a:endParaRPr lang="en-US" sz="700" dirty="0"/>
          </a:p>
        </p:txBody>
      </p:sp>
      <p:sp>
        <p:nvSpPr>
          <p:cNvPr id="172" name="Shape 170"/>
          <p:cNvSpPr/>
          <p:nvPr/>
        </p:nvSpPr>
        <p:spPr>
          <a:xfrm>
            <a:off x="274320" y="4709160"/>
            <a:ext cx="8595360" cy="0"/>
          </a:xfrm>
          <a:prstGeom prst="line">
            <a:avLst/>
          </a:prstGeom>
          <a:noFill/>
          <a:ln w="12700">
            <a:solidFill>
              <a:srgbClr val="3B82F6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0" y="4709160"/>
            <a:ext cx="9144000" cy="429768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sp>
        <p:nvSpPr>
          <p:cNvPr id="174" name="Text 172"/>
          <p:cNvSpPr/>
          <p:nvPr/>
        </p:nvSpPr>
        <p:spPr>
          <a:xfrm>
            <a:off x="274320" y="474573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BNI  •  August 2025</a:t>
            </a:r>
            <a:endParaRPr lang="en-US" sz="800" dirty="0"/>
          </a:p>
        </p:txBody>
      </p:sp>
      <p:sp>
        <p:nvSpPr>
          <p:cNvPr id="175" name="Text 173"/>
          <p:cNvSpPr/>
          <p:nvPr/>
        </p:nvSpPr>
        <p:spPr>
          <a:xfrm>
            <a:off x="3200400" y="474573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Powered by Sekata</a:t>
            </a:r>
            <a:endParaRPr lang="en-US" sz="700" dirty="0"/>
          </a:p>
        </p:txBody>
      </p:sp>
      <p:sp>
        <p:nvSpPr>
          <p:cNvPr id="176" name="Text 174"/>
          <p:cNvSpPr/>
          <p:nvPr/>
        </p:nvSpPr>
        <p:spPr>
          <a:xfrm>
            <a:off x="6400800" y="474573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/ 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— Instagram Best &amp; Least</dc:title>
  <dc:subject>PptxGenJS Presentation</dc:subject>
  <dc:creator>Sekata Test</dc:creator>
  <cp:lastModifiedBy>Sekata Test</cp:lastModifiedBy>
  <cp:revision>1</cp:revision>
  <dcterms:created xsi:type="dcterms:W3CDTF">2026-03-03T06:01:00Z</dcterms:created>
  <dcterms:modified xsi:type="dcterms:W3CDTF">2026-03-03T06:01:00Z</dcterms:modified>
</cp:coreProperties>
</file>